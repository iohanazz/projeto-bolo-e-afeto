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91" r:id="rId2"/>
    <p:sldId id="292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1" autoAdjust="0"/>
    <p:restoredTop sz="67191" autoAdjust="0"/>
  </p:normalViewPr>
  <p:slideViewPr>
    <p:cSldViewPr snapToGrid="0">
      <p:cViewPr>
        <p:scale>
          <a:sx n="75" d="100"/>
          <a:sy n="75" d="100"/>
        </p:scale>
        <p:origin x="205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11B0C-7384-4A6E-997B-6BFCF8C78DA5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4ED31-C780-4BB6-8323-F0B9483893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6775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44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178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tângulo 38">
            <a:extLst>
              <a:ext uri="{FF2B5EF4-FFF2-40B4-BE49-F238E27FC236}">
                <a16:creationId xmlns:a16="http://schemas.microsoft.com/office/drawing/2014/main" id="{1C2EFBD7-F639-483C-8591-4822BE4CBD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88D3C00-C7F6-4367-BAA8-7904BF1624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3539FF"/>
          </a:solidFill>
          <a:ln w="0">
            <a:noFill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E8F7946-103E-4692-A8B8-412CC5C16B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2450" y="32385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4897"/>
          </a:bodyPr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 i="0">
                <a:solidFill>
                  <a:srgbClr val="3539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3539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AULA 2 · PROJETO INTEGRADOR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6088843-8AAD-4305-B5A8-CF66235238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2450" y="628650"/>
            <a:ext cx="10096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50" b="1" i="0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2850" b="1" i="0" u="none" strike="noStrike" kern="1200" cap="none" spc="0" normalizeH="0" baseline="0" noProof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Canvas 5W2H · perguntas-guia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F43A36E-0D51-44B1-A950-C5C645EAD8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2450" y="1200150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25" b="0" i="0">
                <a:solidFill>
                  <a:srgbClr val="5E6475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425" b="0" i="0" u="none" strike="noStrike" kern="1200" cap="none" spc="0" normalizeH="0" baseline="0" noProof="0">
                <a:ln>
                  <a:noFill/>
                </a:ln>
                <a:solidFill>
                  <a:srgbClr val="5E6475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Perguntas-guia para transformar uma decisão em ação</a:t>
            </a:r>
          </a:p>
        </p:txBody>
      </p:sp>
      <p:pic>
        <p:nvPicPr>
          <p:cNvPr id="46" name="Imagem 43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/>
        </p:blipFill>
        <p:spPr>
          <a:xfrm>
            <a:off x="10334625" y="266834"/>
            <a:ext cx="1238250" cy="351395"/>
          </a:xfrm>
          <a:prstGeom prst="rect">
            <a:avLst/>
          </a:prstGeom>
        </p:spPr>
      </p:pic>
      <p:sp>
        <p:nvSpPr>
          <p:cNvPr id="7" name="Conector reto 6">
            <a:extLst>
              <a:ext uri="{FF2B5EF4-FFF2-40B4-BE49-F238E27FC236}">
                <a16:creationId xmlns:a16="http://schemas.microsoft.com/office/drawing/2014/main" id="{A90C5852-F437-40C1-AD83-4CFAA72853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2450" y="6457950"/>
            <a:ext cx="11087100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23F498E-6202-44BB-B2CB-98ECC93958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2450" y="65341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 b="1" i="0">
                <a:solidFill>
                  <a:srgbClr val="5E6475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825" b="1" i="0" u="none" strike="noStrike" kern="1200" cap="none" spc="0" normalizeH="0" baseline="0" noProof="0">
                <a:ln>
                  <a:noFill/>
                </a:ln>
                <a:solidFill>
                  <a:srgbClr val="5E6475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TRANSFORME.SE · PROJETOS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DA75B05-39F6-409C-AE5F-322F54C754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82125" y="65341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 b="0" i="0">
                <a:solidFill>
                  <a:srgbClr val="5E6475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5E6475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Aula 2 · Projeto Integrador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800A0B6-DB9C-454F-B991-C3D69DDA4D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3875" y="1847850"/>
            <a:ext cx="1495425" cy="4000500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D9DBE6"/>
            </a:solidFill>
            <a:prstDash val="solid"/>
          </a:ln>
        </p:spPr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124278-2AD6-49C8-B33D-4EBB4B2294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3875" y="1847850"/>
            <a:ext cx="1495425" cy="723900"/>
          </a:xfrm>
          <a:prstGeom prst="roundRect">
            <a:avLst>
              <a:gd name="adj" fmla="val 21053"/>
            </a:avLst>
          </a:prstGeom>
          <a:solidFill>
            <a:srgbClr val="FFC83D"/>
          </a:solidFill>
          <a:ln w="0">
            <a:noFill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10ECF0B-8A48-4578-BA4C-B08FF5C2CA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0075" y="2000250"/>
            <a:ext cx="13430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WHAT?</a:t>
            </a:r>
          </a:p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O quê?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AAE1EB1-8AB0-4D9F-AC68-FB52ACF484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7225" y="2857500"/>
            <a:ext cx="1228725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165100" marR="0" lvl="0" indent="-8890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O que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será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feito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?</a:t>
            </a:r>
          </a:p>
          <a:p>
            <a:pPr marL="165100" marR="0" lvl="0" indent="-8890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Qual é o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objetivo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?</a:t>
            </a:r>
          </a:p>
          <a:p>
            <a:pPr marL="165100" marR="0" lvl="0" indent="-8890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Qual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resultado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esperamos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?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9A3503C-6AF3-478E-89B6-4431BC370A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33600" y="1847850"/>
            <a:ext cx="1495425" cy="4000500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D9DBE6"/>
            </a:solidFill>
            <a:prstDash val="solid"/>
          </a:ln>
        </p:spPr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7C2556C-F93F-4E7C-85C9-2035FE0104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33600" y="1847850"/>
            <a:ext cx="1495425" cy="723900"/>
          </a:xfrm>
          <a:prstGeom prst="roundRect">
            <a:avLst>
              <a:gd name="adj" fmla="val 21053"/>
            </a:avLst>
          </a:prstGeom>
          <a:solidFill>
            <a:srgbClr val="FF6B5E"/>
          </a:solidFill>
          <a:ln w="0">
            <a:noFill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DB4A144-A816-44FB-A15E-C54D23948A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09800" y="2000250"/>
            <a:ext cx="13430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WHY?</a:t>
            </a:r>
          </a:p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Por quê?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D9DA215-44D8-4A49-A073-563E500951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66950" y="2857500"/>
            <a:ext cx="1228725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165100" marR="0" lvl="0" indent="-8890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Que problema resolve?</a:t>
            </a:r>
          </a:p>
          <a:p>
            <a:pPr marL="165100" marR="0" lvl="0" indent="-8890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Qual razão motiva a ação?</a:t>
            </a:r>
          </a:p>
          <a:p>
            <a:pPr marL="165100" marR="0" lvl="0" indent="-8890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Vale a pena?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6ABA39A-48B9-4B9F-8764-3D27D527AB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43325" y="1847850"/>
            <a:ext cx="1495425" cy="4000500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D9DBE6"/>
            </a:solidFill>
            <a:prstDash val="solid"/>
          </a:ln>
        </p:spPr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0B228387-1105-4807-9A59-66B4E21F20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43325" y="1847850"/>
            <a:ext cx="1495425" cy="723900"/>
          </a:xfrm>
          <a:prstGeom prst="roundRect">
            <a:avLst>
              <a:gd name="adj" fmla="val 21053"/>
            </a:avLst>
          </a:prstGeom>
          <a:solidFill>
            <a:srgbClr val="2226C7"/>
          </a:solidFill>
          <a:ln w="0">
            <a:noFill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636492F-206A-42D9-959A-5A8C016CFE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9525" y="2000250"/>
            <a:ext cx="13430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WHERE?</a:t>
            </a:r>
          </a:p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Onde?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13A0183-02A7-46B4-887F-9117BB9E75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76675" y="2857500"/>
            <a:ext cx="1228725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165100" marR="0" lvl="0" indent="-8890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Em qual contexto?</a:t>
            </a:r>
          </a:p>
          <a:p>
            <a:pPr marL="165100" marR="0" lvl="0" indent="-8890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Em qual canal ou local?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8372FF0E-6A46-4715-8EB6-48DD0974AB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53050" y="1847850"/>
            <a:ext cx="1495425" cy="4000500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D9DBE6"/>
            </a:solidFill>
            <a:prstDash val="solid"/>
          </a:ln>
        </p:spPr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AEF48E0-0809-4524-BA5A-0E0F8C142C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53050" y="1847850"/>
            <a:ext cx="1495425" cy="723900"/>
          </a:xfrm>
          <a:prstGeom prst="roundRect">
            <a:avLst>
              <a:gd name="adj" fmla="val 21053"/>
            </a:avLst>
          </a:prstGeom>
          <a:solidFill>
            <a:srgbClr val="21A179"/>
          </a:solidFill>
          <a:ln w="0">
            <a:noFill/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E5715AB-F37D-47EE-A549-DF46F3D0D0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29250" y="2000250"/>
            <a:ext cx="13430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WHEN?</a:t>
            </a:r>
          </a:p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Quando?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DE557AC-218A-4764-9A3F-1804929FED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0" y="2857500"/>
            <a:ext cx="1228725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165100" marR="0" lvl="0" indent="-8890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Quando começa?</a:t>
            </a:r>
          </a:p>
          <a:p>
            <a:pPr marL="165100" marR="0" lvl="0" indent="-8890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Quais ações vêm primeiro?</a:t>
            </a:r>
          </a:p>
          <a:p>
            <a:pPr marL="165100" marR="0" lvl="0" indent="-8890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Há dependências?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1F647A3F-9B26-41EE-A267-58495EF9DD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62775" y="1847850"/>
            <a:ext cx="1495425" cy="4000500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D9DBE6"/>
            </a:solidFill>
            <a:prstDash val="solid"/>
          </a:ln>
        </p:spPr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8C6BFDF1-1B1F-4349-A391-8CE9B78D8F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62775" y="1847850"/>
            <a:ext cx="1495425" cy="723900"/>
          </a:xfrm>
          <a:prstGeom prst="roundRect">
            <a:avLst>
              <a:gd name="adj" fmla="val 21053"/>
            </a:avLst>
          </a:prstGeom>
          <a:solidFill>
            <a:srgbClr val="6B46C1"/>
          </a:solidFill>
          <a:ln w="0">
            <a:noFill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D974DED6-AEFF-47F8-B143-4D1ABFD166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38975" y="2000250"/>
            <a:ext cx="13430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WHO?</a:t>
            </a:r>
          </a:p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Quem?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C59D0C2-970C-4013-A754-EF1362162F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96125" y="2857500"/>
            <a:ext cx="1228725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165100" marR="0" lvl="0" indent="-8890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Quem executa?</a:t>
            </a:r>
          </a:p>
          <a:p>
            <a:pPr marL="165100" marR="0" lvl="0" indent="-8890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Quem apoia ou aprova?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3C8D9A69-ECBE-46D9-A0B4-FBD19384D7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72500" y="1847850"/>
            <a:ext cx="1495425" cy="4000500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D9DBE6"/>
            </a:solidFill>
            <a:prstDash val="solid"/>
          </a:ln>
        </p:spPr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8E2DB790-101F-4361-BF47-A09F2C2034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72500" y="1847850"/>
            <a:ext cx="1495425" cy="723900"/>
          </a:xfrm>
          <a:prstGeom prst="roundRect">
            <a:avLst>
              <a:gd name="adj" fmla="val 21053"/>
            </a:avLst>
          </a:prstGeom>
          <a:solidFill>
            <a:srgbClr val="B861D1"/>
          </a:solidFill>
          <a:ln w="0">
            <a:noFill/>
          </a:ln>
        </p:spPr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386E976-061E-47EB-B01F-7BC8046C66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8700" y="2000250"/>
            <a:ext cx="13430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HOW?</a:t>
            </a:r>
          </a:p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Como?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AB5064B9-AACD-4087-A5FF-ACE1128721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05850" y="2857500"/>
            <a:ext cx="1228725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165100" marR="0" lvl="0" indent="-8890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Como começar?</a:t>
            </a:r>
          </a:p>
          <a:p>
            <a:pPr marL="165100" marR="0" lvl="0" indent="-8890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Quais etapas?</a:t>
            </a:r>
          </a:p>
          <a:p>
            <a:pPr marL="165100" marR="0" lvl="0" indent="-8890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Como saberemos que terminou?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1C2CDF82-5840-4DE5-B850-BBA7633CB5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82225" y="1847850"/>
            <a:ext cx="1495425" cy="4000500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D9DBE6"/>
            </a:solidFill>
            <a:prstDash val="solid"/>
          </a:ln>
        </p:spPr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A576C510-EB5B-4B7E-A5A5-1E7D1F7826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82225" y="1847850"/>
            <a:ext cx="1495425" cy="723900"/>
          </a:xfrm>
          <a:prstGeom prst="roundRect">
            <a:avLst>
              <a:gd name="adj" fmla="val 21053"/>
            </a:avLst>
          </a:prstGeom>
          <a:solidFill>
            <a:srgbClr val="008CA6"/>
          </a:solidFill>
          <a:ln w="0">
            <a:noFill/>
          </a:ln>
        </p:spPr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5341DF8E-A9A7-4C07-86BC-21BEBEF9EB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258425" y="2000250"/>
            <a:ext cx="13430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HOW MUCH?</a:t>
            </a:r>
          </a:p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Quanto?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0E38DD37-7F63-40BB-807E-540F4F5D05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5575" y="2857500"/>
            <a:ext cx="1228725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165100" marR="0" lvl="0" indent="-8890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Qual custo?</a:t>
            </a:r>
          </a:p>
          <a:p>
            <a:pPr marL="165100" marR="0" lvl="0" indent="-8890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Quanto esforço ou tempo?</a:t>
            </a:r>
          </a:p>
          <a:p>
            <a:pPr marL="165100" marR="0" lvl="0" indent="-8890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Quais materiais?</a:t>
            </a:r>
          </a:p>
        </p:txBody>
      </p:sp>
    </p:spTree>
    <p:extLst>
      <p:ext uri="{BB962C8B-B14F-4D97-AF65-F5344CB8AC3E}">
        <p14:creationId xmlns:p14="http://schemas.microsoft.com/office/powerpoint/2010/main" val="417533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 59">
            <a:extLst>
              <a:ext uri="{FF2B5EF4-FFF2-40B4-BE49-F238E27FC236}">
                <a16:creationId xmlns:a16="http://schemas.microsoft.com/office/drawing/2014/main" id="{00BD3EAD-E380-418C-81E6-B7EC20E7E7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26BD781-65BA-4F4C-A035-70139740A6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3539FF"/>
          </a:solidFill>
          <a:ln w="0">
            <a:noFill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C8D9EF8-4EBB-45D4-A721-5DD7DBFBAE5B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3519218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4897"/>
          </a:bodyPr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 i="0">
                <a:solidFill>
                  <a:srgbClr val="3539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539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AULA 2 · PROJETO INTEGRADOR</a:t>
            </a:r>
            <a:r>
              <a:rPr kumimoji="0" lang="pt-BR" sz="1125" b="1" i="0" u="none" strike="noStrike" kern="1200" cap="none" spc="0" normalizeH="0" baseline="0" noProof="0" dirty="0">
                <a:ln>
                  <a:noFill/>
                </a:ln>
                <a:solidFill>
                  <a:srgbClr val="3539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 – </a:t>
            </a:r>
            <a:r>
              <a:rPr kumimoji="0" lang="pt-BR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3539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Squad</a:t>
            </a:r>
            <a:r>
              <a:rPr kumimoji="0" lang="pt-BR" sz="1125" b="1" i="0" u="none" strike="noStrike" kern="1200" cap="none" spc="0" normalizeH="0" baseline="0" noProof="0" dirty="0">
                <a:ln>
                  <a:noFill/>
                </a:ln>
                <a:solidFill>
                  <a:srgbClr val="3539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 XXX</a:t>
            </a: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3539FF"/>
              </a:solidFill>
              <a:effectLst/>
              <a:uLnTx/>
              <a:uFillTx/>
              <a:latin typeface="Nimbus Sans"/>
              <a:ea typeface="Nimbus Sans"/>
              <a:cs typeface="Nimbus Sans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4E3129E-6406-493C-BE0C-780752B915AE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0096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50" b="1" i="0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2850" b="1" i="0" u="none" strike="noStrike" kern="1200" cap="none" spc="0" normalizeH="0" baseline="0" noProof="0" dirty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Canvas 5W2H </a:t>
            </a:r>
            <a:r>
              <a:rPr kumimoji="0" lang="pt-BR" sz="2850" b="1" i="0" u="none" strike="noStrike" kern="1200" cap="none" spc="0" normalizeH="0" baseline="0" noProof="0" dirty="0">
                <a:ln>
                  <a:noFill/>
                </a:ln>
                <a:solidFill>
                  <a:srgbClr val="17182D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– Projeto XXX</a:t>
            </a:r>
            <a:endParaRPr kumimoji="0" sz="2850" b="1" i="0" u="none" strike="noStrike" kern="1200" cap="none" spc="0" normalizeH="0" baseline="0" noProof="0" dirty="0">
              <a:ln>
                <a:noFill/>
              </a:ln>
              <a:solidFill>
                <a:srgbClr val="17182D"/>
              </a:solidFill>
              <a:effectLst/>
              <a:uLnTx/>
              <a:uFillTx/>
              <a:latin typeface="Nimbus Sans"/>
              <a:ea typeface="Nimbus Sans"/>
              <a:cs typeface="Nimbus Sans"/>
            </a:endParaRPr>
          </a:p>
        </p:txBody>
      </p:sp>
      <p:pic>
        <p:nvPicPr>
          <p:cNvPr id="67" name="Imagem 6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34625" y="266834"/>
            <a:ext cx="1238250" cy="351395"/>
          </a:xfrm>
          <a:prstGeom prst="rect">
            <a:avLst/>
          </a:prstGeom>
        </p:spPr>
      </p:pic>
      <p:sp>
        <p:nvSpPr>
          <p:cNvPr id="7" name="Conector reto 6">
            <a:extLst>
              <a:ext uri="{FF2B5EF4-FFF2-40B4-BE49-F238E27FC236}">
                <a16:creationId xmlns:a16="http://schemas.microsoft.com/office/drawing/2014/main" id="{7CF87399-51FF-4460-B050-3F516932F2E6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43E6AC2-6B3A-45B3-A712-AAC8C04E6212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 b="1" i="0">
                <a:solidFill>
                  <a:srgbClr val="5E6475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825" b="1" i="0" u="none" strike="noStrike" kern="1200" cap="none" spc="0" normalizeH="0" baseline="0" noProof="0">
                <a:ln>
                  <a:noFill/>
                </a:ln>
                <a:solidFill>
                  <a:srgbClr val="5E6475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TRANSFORME.SE · PROJETOS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68C7907-C2C0-4A08-AE62-8323E3C07C50}"/>
              </a:ext>
            </a:extLst>
          </p:cNvPr>
          <p:cNvSpPr>
            <a:spLocks noGrp="1"/>
          </p:cNvSpPr>
          <p:nvPr/>
        </p:nvSpPr>
        <p:spPr>
          <a:xfrm>
            <a:off x="9382125" y="65341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 b="0" i="0">
                <a:solidFill>
                  <a:srgbClr val="5E6475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5E6475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Aula 2 · Projeto Integrador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5065B2C-F721-4CD0-9325-0A5372D2B8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3875" y="1847850"/>
            <a:ext cx="1495425" cy="4000500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D9DBE6"/>
            </a:solidFill>
            <a:prstDash val="solid"/>
          </a:ln>
        </p:spPr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AFB8631-8459-4AC0-BF20-3D9D94C55B40}"/>
              </a:ext>
            </a:extLst>
          </p:cNvPr>
          <p:cNvSpPr>
            <a:spLocks noGrp="1"/>
          </p:cNvSpPr>
          <p:nvPr/>
        </p:nvSpPr>
        <p:spPr>
          <a:xfrm>
            <a:off x="523875" y="1038225"/>
            <a:ext cx="1495425" cy="723900"/>
          </a:xfrm>
          <a:prstGeom prst="roundRect">
            <a:avLst>
              <a:gd name="adj" fmla="val 21053"/>
            </a:avLst>
          </a:prstGeom>
          <a:solidFill>
            <a:srgbClr val="FFC83D"/>
          </a:solidFill>
          <a:ln w="0">
            <a:noFill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CE8C35C-E1C5-4111-982D-9A93F44445FB}"/>
              </a:ext>
            </a:extLst>
          </p:cNvPr>
          <p:cNvSpPr>
            <a:spLocks noGrp="1"/>
          </p:cNvSpPr>
          <p:nvPr/>
        </p:nvSpPr>
        <p:spPr>
          <a:xfrm>
            <a:off x="600075" y="1190625"/>
            <a:ext cx="13430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WHAT?</a:t>
            </a:r>
          </a:p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O 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quê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?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5BEAB181-4171-4E2F-A1A6-A3F8E225FD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5325" y="310515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4F75C014-BA99-4485-8382-73C3996F87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5325" y="369570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id="{4EBC505B-9F8C-448B-A39E-B36A5C2B0E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5325" y="428625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12038799-49F9-4B0A-BC0C-CF39D1AA9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5325" y="487680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8FFA521A-CC08-44B8-B674-69A8F040AC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33600" y="1847850"/>
            <a:ext cx="1495425" cy="4000500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D9DBE6"/>
            </a:solidFill>
            <a:prstDash val="solid"/>
          </a:ln>
        </p:spPr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428AA82-4F56-4A84-AAD6-AA8219AD23D6}"/>
              </a:ext>
            </a:extLst>
          </p:cNvPr>
          <p:cNvSpPr>
            <a:spLocks noGrp="1"/>
          </p:cNvSpPr>
          <p:nvPr/>
        </p:nvSpPr>
        <p:spPr>
          <a:xfrm>
            <a:off x="2133600" y="1038225"/>
            <a:ext cx="1495425" cy="723900"/>
          </a:xfrm>
          <a:prstGeom prst="roundRect">
            <a:avLst>
              <a:gd name="adj" fmla="val 21053"/>
            </a:avLst>
          </a:prstGeom>
          <a:solidFill>
            <a:srgbClr val="FF6B5E"/>
          </a:solidFill>
          <a:ln w="0">
            <a:noFill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7DF8C99-584F-4AEB-908D-BDA23A967785}"/>
              </a:ext>
            </a:extLst>
          </p:cNvPr>
          <p:cNvSpPr>
            <a:spLocks noGrp="1"/>
          </p:cNvSpPr>
          <p:nvPr/>
        </p:nvSpPr>
        <p:spPr>
          <a:xfrm>
            <a:off x="2209800" y="1190625"/>
            <a:ext cx="13430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WHY?</a:t>
            </a:r>
          </a:p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Por quê?</a:t>
            </a:r>
          </a:p>
        </p:txBody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1194CBA1-D9DF-4447-948E-A6E7C25C3F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05050" y="310515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F5BB8C04-FFE3-4881-82C2-09C11D4B41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05050" y="369570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id="{C6E27EE1-CCEC-4F89-9EC0-9792B062A8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05050" y="428625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id="{5F9A3FF5-9C11-4C87-9E42-6E5F3ED84F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05050" y="487680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B6DEEC6D-0C1D-4AC5-98FE-5DBC860671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43325" y="1847850"/>
            <a:ext cx="1495425" cy="4000500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D9DBE6"/>
            </a:solidFill>
            <a:prstDash val="solid"/>
          </a:ln>
        </p:spPr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AB4C94E-2426-414B-8528-A7B022D6561B}"/>
              </a:ext>
            </a:extLst>
          </p:cNvPr>
          <p:cNvSpPr>
            <a:spLocks noGrp="1"/>
          </p:cNvSpPr>
          <p:nvPr/>
        </p:nvSpPr>
        <p:spPr>
          <a:xfrm>
            <a:off x="3743325" y="1038225"/>
            <a:ext cx="1495425" cy="723900"/>
          </a:xfrm>
          <a:prstGeom prst="roundRect">
            <a:avLst>
              <a:gd name="adj" fmla="val 21053"/>
            </a:avLst>
          </a:prstGeom>
          <a:solidFill>
            <a:srgbClr val="2226C7"/>
          </a:solidFill>
          <a:ln w="0">
            <a:noFill/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9C449C4-5D14-4712-871C-DACF77584EF3}"/>
              </a:ext>
            </a:extLst>
          </p:cNvPr>
          <p:cNvSpPr>
            <a:spLocks noGrp="1"/>
          </p:cNvSpPr>
          <p:nvPr/>
        </p:nvSpPr>
        <p:spPr>
          <a:xfrm>
            <a:off x="3819525" y="1190625"/>
            <a:ext cx="13430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WHERE?</a:t>
            </a:r>
          </a:p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Onde?</a:t>
            </a:r>
          </a:p>
        </p:txBody>
      </p:sp>
      <p:sp>
        <p:nvSpPr>
          <p:cNvPr id="28" name="Conector reto 27">
            <a:extLst>
              <a:ext uri="{FF2B5EF4-FFF2-40B4-BE49-F238E27FC236}">
                <a16:creationId xmlns:a16="http://schemas.microsoft.com/office/drawing/2014/main" id="{57430022-ED1E-4BF4-BD1D-C8775DBE23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14775" y="310515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29" name="Conector reto 28">
            <a:extLst>
              <a:ext uri="{FF2B5EF4-FFF2-40B4-BE49-F238E27FC236}">
                <a16:creationId xmlns:a16="http://schemas.microsoft.com/office/drawing/2014/main" id="{1AE6444B-832F-4F5A-894B-10F0871B5A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14775" y="369570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046508CA-37CB-45D6-9DC1-B7A08D2D8C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14775" y="428625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31" name="Conector reto 30">
            <a:extLst>
              <a:ext uri="{FF2B5EF4-FFF2-40B4-BE49-F238E27FC236}">
                <a16:creationId xmlns:a16="http://schemas.microsoft.com/office/drawing/2014/main" id="{124339E8-1AFC-4509-B5BB-011AF6FEF0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14775" y="487680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5CD1BA7F-F364-481A-8658-9B14BB3740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53050" y="1847850"/>
            <a:ext cx="1495425" cy="4000500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D9DBE6"/>
            </a:solidFill>
            <a:prstDash val="solid"/>
          </a:ln>
        </p:spPr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5DAA6A50-6BA2-40D0-B3F7-3896B12F5588}"/>
              </a:ext>
            </a:extLst>
          </p:cNvPr>
          <p:cNvSpPr>
            <a:spLocks noGrp="1"/>
          </p:cNvSpPr>
          <p:nvPr/>
        </p:nvSpPr>
        <p:spPr>
          <a:xfrm>
            <a:off x="5353050" y="1038225"/>
            <a:ext cx="1495425" cy="723900"/>
          </a:xfrm>
          <a:prstGeom prst="roundRect">
            <a:avLst>
              <a:gd name="adj" fmla="val 21053"/>
            </a:avLst>
          </a:prstGeom>
          <a:solidFill>
            <a:srgbClr val="21A179"/>
          </a:solidFill>
          <a:ln w="0">
            <a:noFill/>
          </a:ln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BFCCBC5E-2AB8-4A83-A77F-D4D88076DBD8}"/>
              </a:ext>
            </a:extLst>
          </p:cNvPr>
          <p:cNvSpPr>
            <a:spLocks noGrp="1"/>
          </p:cNvSpPr>
          <p:nvPr/>
        </p:nvSpPr>
        <p:spPr>
          <a:xfrm>
            <a:off x="5429250" y="1190625"/>
            <a:ext cx="13430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WHEN?</a:t>
            </a:r>
          </a:p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Quando?</a:t>
            </a:r>
          </a:p>
        </p:txBody>
      </p:sp>
      <p:sp>
        <p:nvSpPr>
          <p:cNvPr id="35" name="Conector reto 34">
            <a:extLst>
              <a:ext uri="{FF2B5EF4-FFF2-40B4-BE49-F238E27FC236}">
                <a16:creationId xmlns:a16="http://schemas.microsoft.com/office/drawing/2014/main" id="{7FDEC045-777A-45D2-A6C9-D2A3B95759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24500" y="310515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36" name="Conector reto 35">
            <a:extLst>
              <a:ext uri="{FF2B5EF4-FFF2-40B4-BE49-F238E27FC236}">
                <a16:creationId xmlns:a16="http://schemas.microsoft.com/office/drawing/2014/main" id="{75DF134C-A0A9-45B2-914A-ACA5A14C04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24500" y="369570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37" name="Conector reto 36">
            <a:extLst>
              <a:ext uri="{FF2B5EF4-FFF2-40B4-BE49-F238E27FC236}">
                <a16:creationId xmlns:a16="http://schemas.microsoft.com/office/drawing/2014/main" id="{1D399758-45EA-41E4-9DC5-54D0EAC869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24500" y="428625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38" name="Conector reto 37">
            <a:extLst>
              <a:ext uri="{FF2B5EF4-FFF2-40B4-BE49-F238E27FC236}">
                <a16:creationId xmlns:a16="http://schemas.microsoft.com/office/drawing/2014/main" id="{56B95D9C-3B13-4728-995A-0D25E560E4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24500" y="487680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FA23C2D-F8E4-4BAB-A33D-5AC37CC402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62775" y="1847850"/>
            <a:ext cx="1495425" cy="4000500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D9DBE6"/>
            </a:solidFill>
            <a:prstDash val="solid"/>
          </a:ln>
        </p:spPr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530A2DB3-54E8-4805-95CF-106BD7CD5F78}"/>
              </a:ext>
            </a:extLst>
          </p:cNvPr>
          <p:cNvSpPr>
            <a:spLocks noGrp="1"/>
          </p:cNvSpPr>
          <p:nvPr/>
        </p:nvSpPr>
        <p:spPr>
          <a:xfrm>
            <a:off x="6962775" y="1038225"/>
            <a:ext cx="1495425" cy="723900"/>
          </a:xfrm>
          <a:prstGeom prst="roundRect">
            <a:avLst>
              <a:gd name="adj" fmla="val 21053"/>
            </a:avLst>
          </a:prstGeom>
          <a:solidFill>
            <a:srgbClr val="6B46C1"/>
          </a:solidFill>
          <a:ln w="0">
            <a:noFill/>
          </a:ln>
        </p:spPr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21628AAE-2192-4812-A5E0-AF98AF08BC88}"/>
              </a:ext>
            </a:extLst>
          </p:cNvPr>
          <p:cNvSpPr>
            <a:spLocks noGrp="1"/>
          </p:cNvSpPr>
          <p:nvPr/>
        </p:nvSpPr>
        <p:spPr>
          <a:xfrm>
            <a:off x="7038975" y="1190625"/>
            <a:ext cx="13430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WHO?</a:t>
            </a:r>
          </a:p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Quem?</a:t>
            </a:r>
          </a:p>
        </p:txBody>
      </p:sp>
      <p:sp>
        <p:nvSpPr>
          <p:cNvPr id="42" name="Conector reto 41">
            <a:extLst>
              <a:ext uri="{FF2B5EF4-FFF2-40B4-BE49-F238E27FC236}">
                <a16:creationId xmlns:a16="http://schemas.microsoft.com/office/drawing/2014/main" id="{7E35346B-09E3-46C5-9C89-E0022E8088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34225" y="310515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43" name="Conector reto 42">
            <a:extLst>
              <a:ext uri="{FF2B5EF4-FFF2-40B4-BE49-F238E27FC236}">
                <a16:creationId xmlns:a16="http://schemas.microsoft.com/office/drawing/2014/main" id="{D3982198-3FD3-4CB4-BFE5-5CAA6231E7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34225" y="369570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44" name="Conector reto 43">
            <a:extLst>
              <a:ext uri="{FF2B5EF4-FFF2-40B4-BE49-F238E27FC236}">
                <a16:creationId xmlns:a16="http://schemas.microsoft.com/office/drawing/2014/main" id="{A203792A-5D66-4F44-BD64-E6716AFD23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34225" y="428625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45" name="Conector reto 44">
            <a:extLst>
              <a:ext uri="{FF2B5EF4-FFF2-40B4-BE49-F238E27FC236}">
                <a16:creationId xmlns:a16="http://schemas.microsoft.com/office/drawing/2014/main" id="{64D3C579-0611-4DAC-A220-F1D8BC7426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34225" y="487680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ED6DB402-16FA-4F55-898F-39901C6A3A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72500" y="1847850"/>
            <a:ext cx="1495425" cy="4000500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D9DBE6"/>
            </a:solidFill>
            <a:prstDash val="solid"/>
          </a:ln>
        </p:spPr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C56F3FB0-CBB3-4027-8EEB-5564E7798D5F}"/>
              </a:ext>
            </a:extLst>
          </p:cNvPr>
          <p:cNvSpPr>
            <a:spLocks noGrp="1"/>
          </p:cNvSpPr>
          <p:nvPr/>
        </p:nvSpPr>
        <p:spPr>
          <a:xfrm>
            <a:off x="8572500" y="1038225"/>
            <a:ext cx="1495425" cy="723900"/>
          </a:xfrm>
          <a:prstGeom prst="roundRect">
            <a:avLst>
              <a:gd name="adj" fmla="val 21053"/>
            </a:avLst>
          </a:prstGeom>
          <a:solidFill>
            <a:srgbClr val="B861D1"/>
          </a:solidFill>
          <a:ln w="0">
            <a:noFill/>
          </a:ln>
        </p:spPr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2D14753A-E90F-4C76-B4E9-FD4EB9BBDE86}"/>
              </a:ext>
            </a:extLst>
          </p:cNvPr>
          <p:cNvSpPr>
            <a:spLocks noGrp="1"/>
          </p:cNvSpPr>
          <p:nvPr/>
        </p:nvSpPr>
        <p:spPr>
          <a:xfrm>
            <a:off x="8648700" y="1190625"/>
            <a:ext cx="13430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HOW?</a:t>
            </a:r>
          </a:p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Como?</a:t>
            </a:r>
          </a:p>
        </p:txBody>
      </p:sp>
      <p:sp>
        <p:nvSpPr>
          <p:cNvPr id="49" name="Conector reto 48">
            <a:extLst>
              <a:ext uri="{FF2B5EF4-FFF2-40B4-BE49-F238E27FC236}">
                <a16:creationId xmlns:a16="http://schemas.microsoft.com/office/drawing/2014/main" id="{68609BA5-2A16-44C5-8BF3-323DD86645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43950" y="310515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50" name="Conector reto 49">
            <a:extLst>
              <a:ext uri="{FF2B5EF4-FFF2-40B4-BE49-F238E27FC236}">
                <a16:creationId xmlns:a16="http://schemas.microsoft.com/office/drawing/2014/main" id="{3E9F2FBE-F00D-430F-83E4-8946A0B7CE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43950" y="369570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51" name="Conector reto 50">
            <a:extLst>
              <a:ext uri="{FF2B5EF4-FFF2-40B4-BE49-F238E27FC236}">
                <a16:creationId xmlns:a16="http://schemas.microsoft.com/office/drawing/2014/main" id="{B5D177F4-116C-4ADA-9BE1-70DE189D32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43950" y="428625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52" name="Conector reto 51">
            <a:extLst>
              <a:ext uri="{FF2B5EF4-FFF2-40B4-BE49-F238E27FC236}">
                <a16:creationId xmlns:a16="http://schemas.microsoft.com/office/drawing/2014/main" id="{1E112CF5-8789-40FB-81C3-106F51C852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43950" y="487680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7DCF1374-AD3A-4827-B0D4-4B41191614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82225" y="1847850"/>
            <a:ext cx="1495425" cy="4000500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9525">
            <a:solidFill>
              <a:srgbClr val="D9DBE6"/>
            </a:solidFill>
            <a:prstDash val="solid"/>
          </a:ln>
        </p:spPr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748B7E30-76B9-4B7F-A5CF-D7B87C066571}"/>
              </a:ext>
            </a:extLst>
          </p:cNvPr>
          <p:cNvSpPr>
            <a:spLocks noGrp="1"/>
          </p:cNvSpPr>
          <p:nvPr/>
        </p:nvSpPr>
        <p:spPr>
          <a:xfrm>
            <a:off x="10182225" y="1038225"/>
            <a:ext cx="1495425" cy="723900"/>
          </a:xfrm>
          <a:prstGeom prst="roundRect">
            <a:avLst>
              <a:gd name="adj" fmla="val 21053"/>
            </a:avLst>
          </a:prstGeom>
          <a:solidFill>
            <a:srgbClr val="008CA6"/>
          </a:solidFill>
          <a:ln w="0">
            <a:noFill/>
          </a:ln>
        </p:spPr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B0ABDD66-FCC7-4C8A-8CE3-DC5C9CAA3961}"/>
              </a:ext>
            </a:extLst>
          </p:cNvPr>
          <p:cNvSpPr>
            <a:spLocks noGrp="1"/>
          </p:cNvSpPr>
          <p:nvPr/>
        </p:nvSpPr>
        <p:spPr>
          <a:xfrm>
            <a:off x="10258425" y="1190625"/>
            <a:ext cx="13430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HOW MUCH?</a:t>
            </a:r>
          </a:p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imbus Sans"/>
                <a:ea typeface="Nimbus Sans"/>
                <a:cs typeface="Nimbus Sans"/>
              </a:rPr>
              <a:t>Quanto?</a:t>
            </a:r>
          </a:p>
        </p:txBody>
      </p:sp>
      <p:sp>
        <p:nvSpPr>
          <p:cNvPr id="56" name="Conector reto 55">
            <a:extLst>
              <a:ext uri="{FF2B5EF4-FFF2-40B4-BE49-F238E27FC236}">
                <a16:creationId xmlns:a16="http://schemas.microsoft.com/office/drawing/2014/main" id="{A0466143-1766-4197-87CB-9B34C7C218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53675" y="310515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57" name="Conector reto 56">
            <a:extLst>
              <a:ext uri="{FF2B5EF4-FFF2-40B4-BE49-F238E27FC236}">
                <a16:creationId xmlns:a16="http://schemas.microsoft.com/office/drawing/2014/main" id="{CC01EE43-84AB-4ADB-9E95-1419446687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53675" y="369570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58" name="Conector reto 57">
            <a:extLst>
              <a:ext uri="{FF2B5EF4-FFF2-40B4-BE49-F238E27FC236}">
                <a16:creationId xmlns:a16="http://schemas.microsoft.com/office/drawing/2014/main" id="{6CE7565D-44E1-49DE-967E-D37A99E68D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53675" y="428625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59" name="Conector reto 58">
            <a:extLst>
              <a:ext uri="{FF2B5EF4-FFF2-40B4-BE49-F238E27FC236}">
                <a16:creationId xmlns:a16="http://schemas.microsoft.com/office/drawing/2014/main" id="{0EADA0BE-8765-4612-BA20-C6A948D3B1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53675" y="4876800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02EFBDD2-E8DA-E1CA-E062-59BA963A04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6275" y="2486025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182932AC-99DE-F8AC-826C-5421EA964D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86000" y="2486025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61" name="Conector reto 60">
            <a:extLst>
              <a:ext uri="{FF2B5EF4-FFF2-40B4-BE49-F238E27FC236}">
                <a16:creationId xmlns:a16="http://schemas.microsoft.com/office/drawing/2014/main" id="{3778B0BC-DA1A-3EE1-F218-D60CE29A86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95725" y="2486025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62" name="Conector reto 61">
            <a:extLst>
              <a:ext uri="{FF2B5EF4-FFF2-40B4-BE49-F238E27FC236}">
                <a16:creationId xmlns:a16="http://schemas.microsoft.com/office/drawing/2014/main" id="{BB35E1E2-C3AB-9385-403A-49878B6102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05450" y="2486025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63" name="Conector reto 62">
            <a:extLst>
              <a:ext uri="{FF2B5EF4-FFF2-40B4-BE49-F238E27FC236}">
                <a16:creationId xmlns:a16="http://schemas.microsoft.com/office/drawing/2014/main" id="{DFACDCDA-86A8-0670-95BC-1BEAFC8662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15175" y="2486025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64" name="Conector reto 63">
            <a:extLst>
              <a:ext uri="{FF2B5EF4-FFF2-40B4-BE49-F238E27FC236}">
                <a16:creationId xmlns:a16="http://schemas.microsoft.com/office/drawing/2014/main" id="{F69C780D-D3FD-CFF4-A1EB-E5CBBB1E47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24900" y="2486025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65" name="Conector reto 64">
            <a:extLst>
              <a:ext uri="{FF2B5EF4-FFF2-40B4-BE49-F238E27FC236}">
                <a16:creationId xmlns:a16="http://schemas.microsoft.com/office/drawing/2014/main" id="{C9FC9B30-E367-B02F-0695-B1987EFEE2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34625" y="2486025"/>
            <a:ext cx="1152525" cy="0"/>
          </a:xfrm>
          <a:prstGeom prst="line">
            <a:avLst/>
          </a:prstGeom>
          <a:noFill/>
          <a:ln w="9525">
            <a:solidFill>
              <a:srgbClr val="D9DBE6"/>
            </a:solidFill>
            <a:prstDash val="solid"/>
          </a:ln>
        </p:spPr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633D9F44-2E1C-29CC-0563-1B5B21E979A6}"/>
              </a:ext>
            </a:extLst>
          </p:cNvPr>
          <p:cNvSpPr>
            <a:spLocks noGrp="1"/>
          </p:cNvSpPr>
          <p:nvPr/>
        </p:nvSpPr>
        <p:spPr>
          <a:xfrm>
            <a:off x="657224" y="2047403"/>
            <a:ext cx="1228725" cy="4190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165100" marR="0" lvl="0" indent="-88900" algn="l" defTabSz="914400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lang="pt-BR" sz="1125" b="0" i="0" u="none" cap="none" spc="0" dirty="0" err="1">
                <a:ln>
                  <a:noFill/>
                </a:ln>
                <a:solidFill>
                  <a:srgbClr val="17182D"/>
                </a:solidFill>
                <a:latin typeface="Nimbus Sans"/>
                <a:ea typeface="Nimbus Sans"/>
                <a:cs typeface="Nimbus Sans"/>
              </a:rPr>
              <a:t>xxxxx</a:t>
            </a:r>
            <a:endParaRPr sz="1125" b="0" i="0" u="none" cap="none" spc="0" dirty="0">
              <a:ln>
                <a:noFill/>
              </a:ln>
              <a:solidFill>
                <a:srgbClr val="17182D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1F95142D-644C-9AF0-EB87-ECB288585301}"/>
              </a:ext>
            </a:extLst>
          </p:cNvPr>
          <p:cNvSpPr>
            <a:spLocks noGrp="1"/>
          </p:cNvSpPr>
          <p:nvPr/>
        </p:nvSpPr>
        <p:spPr>
          <a:xfrm>
            <a:off x="2414587" y="2047403"/>
            <a:ext cx="1228725" cy="4190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165100" marR="0" lvl="0" indent="-88900" algn="l" defTabSz="914400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lang="pt-BR" sz="1125" b="0" i="0" u="none" cap="none" spc="0" dirty="0" err="1">
                <a:ln>
                  <a:noFill/>
                </a:ln>
                <a:solidFill>
                  <a:srgbClr val="17182D"/>
                </a:solidFill>
                <a:latin typeface="Nimbus Sans"/>
                <a:ea typeface="Nimbus Sans"/>
                <a:cs typeface="Nimbus Sans"/>
              </a:rPr>
              <a:t>xxxxx</a:t>
            </a:r>
            <a:endParaRPr sz="1125" b="0" i="0" u="none" cap="none" spc="0" dirty="0">
              <a:ln>
                <a:noFill/>
              </a:ln>
              <a:solidFill>
                <a:srgbClr val="17182D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EDB164BC-BB19-B366-9F91-2E6AFBA56D5C}"/>
              </a:ext>
            </a:extLst>
          </p:cNvPr>
          <p:cNvSpPr>
            <a:spLocks noGrp="1"/>
          </p:cNvSpPr>
          <p:nvPr/>
        </p:nvSpPr>
        <p:spPr>
          <a:xfrm>
            <a:off x="3933825" y="2047403"/>
            <a:ext cx="1228725" cy="4190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165100" marR="0" lvl="0" indent="-88900" algn="l" defTabSz="914400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lang="pt-BR" sz="1125" b="0" i="0" u="none" cap="none" spc="0" dirty="0" err="1">
                <a:ln>
                  <a:noFill/>
                </a:ln>
                <a:solidFill>
                  <a:srgbClr val="17182D"/>
                </a:solidFill>
                <a:latin typeface="Nimbus Sans"/>
                <a:ea typeface="Nimbus Sans"/>
                <a:cs typeface="Nimbus Sans"/>
              </a:rPr>
              <a:t>xxxxx</a:t>
            </a:r>
            <a:endParaRPr sz="1125" b="0" i="0" u="none" cap="none" spc="0" dirty="0">
              <a:ln>
                <a:noFill/>
              </a:ln>
              <a:solidFill>
                <a:srgbClr val="17182D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72" name="Retângulo 71">
            <a:extLst>
              <a:ext uri="{FF2B5EF4-FFF2-40B4-BE49-F238E27FC236}">
                <a16:creationId xmlns:a16="http://schemas.microsoft.com/office/drawing/2014/main" id="{EFCA8DEC-25D4-061E-0D2A-9005E933D1DA}"/>
              </a:ext>
            </a:extLst>
          </p:cNvPr>
          <p:cNvSpPr>
            <a:spLocks noGrp="1"/>
          </p:cNvSpPr>
          <p:nvPr/>
        </p:nvSpPr>
        <p:spPr>
          <a:xfrm>
            <a:off x="5619750" y="2047403"/>
            <a:ext cx="1228725" cy="4190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165100" marR="0" lvl="0" indent="-88900" algn="l" defTabSz="914400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lang="pt-BR" sz="1125" b="0" i="0" u="none" cap="none" spc="0" dirty="0" err="1">
                <a:ln>
                  <a:noFill/>
                </a:ln>
                <a:solidFill>
                  <a:srgbClr val="17182D"/>
                </a:solidFill>
                <a:latin typeface="Nimbus Sans"/>
                <a:ea typeface="Nimbus Sans"/>
                <a:cs typeface="Nimbus Sans"/>
              </a:rPr>
              <a:t>xxxxx</a:t>
            </a:r>
            <a:endParaRPr sz="1125" b="0" i="0" u="none" cap="none" spc="0" dirty="0">
              <a:ln>
                <a:noFill/>
              </a:ln>
              <a:solidFill>
                <a:srgbClr val="17182D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E6D76704-4C94-CBDD-45B0-7E5E4D7D8043}"/>
              </a:ext>
            </a:extLst>
          </p:cNvPr>
          <p:cNvSpPr>
            <a:spLocks noGrp="1"/>
          </p:cNvSpPr>
          <p:nvPr/>
        </p:nvSpPr>
        <p:spPr>
          <a:xfrm>
            <a:off x="7123748" y="2047403"/>
            <a:ext cx="1228725" cy="4190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165100" marR="0" lvl="0" indent="-88900" algn="l" defTabSz="914400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lang="pt-BR" sz="1125" b="0" i="0" u="none" cap="none" spc="0" dirty="0" err="1">
                <a:ln>
                  <a:noFill/>
                </a:ln>
                <a:solidFill>
                  <a:srgbClr val="17182D"/>
                </a:solidFill>
                <a:latin typeface="Nimbus Sans"/>
                <a:ea typeface="Nimbus Sans"/>
                <a:cs typeface="Nimbus Sans"/>
              </a:rPr>
              <a:t>xxxxx</a:t>
            </a:r>
            <a:endParaRPr sz="1125" b="0" i="0" u="none" cap="none" spc="0" dirty="0">
              <a:ln>
                <a:noFill/>
              </a:ln>
              <a:solidFill>
                <a:srgbClr val="17182D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4A514984-8B7C-43A0-4EAB-67F26577983B}"/>
              </a:ext>
            </a:extLst>
          </p:cNvPr>
          <p:cNvSpPr>
            <a:spLocks noGrp="1"/>
          </p:cNvSpPr>
          <p:nvPr/>
        </p:nvSpPr>
        <p:spPr>
          <a:xfrm>
            <a:off x="8724900" y="2047403"/>
            <a:ext cx="1228725" cy="4190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165100" marR="0" lvl="0" indent="-88900" algn="l" defTabSz="914400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lang="pt-BR" sz="1125" b="0" i="0" u="none" cap="none" spc="0" dirty="0" err="1">
                <a:ln>
                  <a:noFill/>
                </a:ln>
                <a:solidFill>
                  <a:srgbClr val="17182D"/>
                </a:solidFill>
                <a:latin typeface="Nimbus Sans"/>
                <a:ea typeface="Nimbus Sans"/>
                <a:cs typeface="Nimbus Sans"/>
              </a:rPr>
              <a:t>xxxxx</a:t>
            </a:r>
            <a:endParaRPr sz="1125" b="0" i="0" u="none" cap="none" spc="0" dirty="0">
              <a:ln>
                <a:noFill/>
              </a:ln>
              <a:solidFill>
                <a:srgbClr val="17182D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75" name="Retângulo 74">
            <a:extLst>
              <a:ext uri="{FF2B5EF4-FFF2-40B4-BE49-F238E27FC236}">
                <a16:creationId xmlns:a16="http://schemas.microsoft.com/office/drawing/2014/main" id="{486B3964-241A-3646-96E0-2D285EC1F62F}"/>
              </a:ext>
            </a:extLst>
          </p:cNvPr>
          <p:cNvSpPr>
            <a:spLocks noGrp="1"/>
          </p:cNvSpPr>
          <p:nvPr/>
        </p:nvSpPr>
        <p:spPr>
          <a:xfrm>
            <a:off x="10387013" y="2047403"/>
            <a:ext cx="1228725" cy="4190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165100" marR="0" lvl="0" indent="-88900" algn="l" defTabSz="914400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 sz="1125">
                <a:solidFill>
                  <a:srgbClr val="17182D"/>
                </a:solidFill>
                <a:latin typeface="Nimbus Sans"/>
                <a:ea typeface="Nimbus Sans"/>
                <a:cs typeface="Nimbus Sans"/>
              </a:defRPr>
            </a:pPr>
            <a:r>
              <a:rPr lang="pt-BR" sz="1125" b="0" i="0" u="none" cap="none" spc="0" dirty="0" err="1">
                <a:ln>
                  <a:noFill/>
                </a:ln>
                <a:solidFill>
                  <a:srgbClr val="17182D"/>
                </a:solidFill>
                <a:latin typeface="Nimbus Sans"/>
                <a:ea typeface="Nimbus Sans"/>
                <a:cs typeface="Nimbus Sans"/>
              </a:rPr>
              <a:t>xxxxx</a:t>
            </a:r>
            <a:endParaRPr sz="1125" b="0" i="0" u="none" cap="none" spc="0" dirty="0">
              <a:ln>
                <a:noFill/>
              </a:ln>
              <a:solidFill>
                <a:srgbClr val="17182D"/>
              </a:solidFill>
              <a:latin typeface="Nimbus Sans"/>
              <a:ea typeface="Nimbus Sans"/>
              <a:cs typeface="Nimbus Sans"/>
            </a:endParaRPr>
          </a:p>
        </p:txBody>
      </p:sp>
    </p:spTree>
    <p:extLst>
      <p:ext uri="{BB962C8B-B14F-4D97-AF65-F5344CB8AC3E}">
        <p14:creationId xmlns:p14="http://schemas.microsoft.com/office/powerpoint/2010/main" val="1634979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197</Words>
  <Application>Microsoft Office PowerPoint</Application>
  <PresentationFormat>Widescreen</PresentationFormat>
  <Paragraphs>63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Nimbus Sans</vt:lpstr>
      <vt:lpstr>ChatGPT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milkzinho</dc:creator>
  <cp:lastModifiedBy>milkzinho</cp:lastModifiedBy>
  <cp:revision>1</cp:revision>
  <dcterms:created xsi:type="dcterms:W3CDTF">2026-09-17T17:45:03Z</dcterms:created>
  <dcterms:modified xsi:type="dcterms:W3CDTF">2026-09-17T17:49:15Z</dcterms:modified>
</cp:coreProperties>
</file>